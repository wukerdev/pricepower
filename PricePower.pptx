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DM Sans" panose="020F0502020204030204" pitchFamily="2" charset="-18"/>
      <p:regular r:id="rId16"/>
      <p:bold r:id="rId17"/>
      <p:italic r:id="rId18"/>
      <p:boldItalic r:id="rId19"/>
    </p:embeddedFont>
    <p:embeddedFont>
      <p:font typeface="Merriweather" panose="020F0502020204030204" pitchFamily="2" charset="-18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C02351-D7DD-45FD-BFEB-476412CFD8DE}">
  <a:tblStyle styleId="{9DC02351-D7DD-45FD-BFEB-476412CFD8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30416" y="2212627"/>
            <a:ext cx="9331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Price Power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365152"/>
            <a:ext cx="76200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Wielowymiarowa analityka siły nabywczej graczy na rynku globalnym. Projekt zaliczeniowy z przedmiotu Hurtownie Danych.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153500" y="5465915"/>
            <a:ext cx="2038500" cy="1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Autorzy</a:t>
            </a: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b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Wiktor Kozakowski</a:t>
            </a:r>
            <a:endParaRPr sz="10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Krystian Twarowski</a:t>
            </a:r>
            <a:endParaRPr sz="10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Władysław </a:t>
            </a:r>
            <a:r>
              <a:rPr lang="en-US" sz="1050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Liegmanowski</a:t>
            </a:r>
            <a:endParaRPr sz="10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Maciej </a:t>
            </a:r>
            <a:r>
              <a:rPr lang="en-US" sz="1050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Żelazkiewicz</a:t>
            </a:r>
            <a:endParaRPr sz="10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Jakub </a:t>
            </a:r>
            <a:r>
              <a:rPr lang="en-US" sz="1050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Klesiński</a:t>
            </a:r>
            <a:endParaRPr sz="10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Sebastian </a:t>
            </a:r>
            <a:r>
              <a:rPr lang="en-US" sz="1050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Mrowiński</a:t>
            </a:r>
            <a:endParaRPr sz="10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676525"/>
            <a:ext cx="952500" cy="571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65546" y="2733675"/>
            <a:ext cx="726090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Architektura Systemu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638425" y="3686175"/>
            <a:ext cx="69151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Implementacja modelu Star Schema i asynchronicznego procesowania danych.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19387"/>
            <a:ext cx="528637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719387"/>
            <a:ext cx="528637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3109912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Analiza Ekonomiczna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5194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Zautomatyzowanie procesu porównywania cen gier z realną siłą nabywczą w różnych regionach geograficznych.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109912"/>
            <a:ext cx="473059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Wizualizacja OLAP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3519487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Zapewnienie interaktywnych przekrojów (Slice &amp; Dice) danych przy użyciu nowoczesnych dashboardów menedżerskich.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Cele Projektu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28765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System wykorzystuje schemat gwiazdy (Star Schema), aby zapewnić najwyższą wydajność zapytań analitycznych:</a:t>
            </a:r>
            <a:endParaRPr/>
          </a:p>
        </p:txBody>
      </p:sp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85825" y="36766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19162" y="3612118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Fact_Economy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Przechowuje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miary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płac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885825" y="39814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919162" y="3911084"/>
            <a:ext cx="51079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Dim_Game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Dane 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tytułach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gatunkach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popularności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885825" y="42862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919160" y="4497348"/>
            <a:ext cx="4905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Dim_Region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Wymiar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geograficzny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kraje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waluty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885825" y="45910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919161" y="419838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Dim_Time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Szeregi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czasowe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trendów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2019-2024.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Model Hurtowni Danych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71500" y="2209800"/>
            <a:ext cx="11049000" cy="33147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7"/>
          <p:cNvGraphicFramePr/>
          <p:nvPr/>
        </p:nvGraphicFramePr>
        <p:xfrm>
          <a:off x="571500" y="2209800"/>
          <a:ext cx="11049000" cy="3314750"/>
        </p:xfrm>
        <a:graphic>
          <a:graphicData uri="http://schemas.openxmlformats.org/drawingml/2006/table">
            <a:tbl>
              <a:tblPr firstRow="1" bandRow="1">
                <a:noFill/>
                <a:tableStyleId>{9DC02351-D7DD-45FD-BFEB-476412CFD8DE}</a:tableStyleId>
              </a:tblPr>
              <a:tblGrid>
                <a:gridCol w="241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8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Wymiar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Atrybuty Kluczowe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Źródło Danych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50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Dim_Game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AppID, Tytuł, Gatunek, Metacritic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Steam API / SteamSpy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Dim_Region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ISO Code, Nazwa Kraju, Waluta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Google Sheets ETL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Dim_Time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Rok, Kwartał, Timestamp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System Time / Historical API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Fact_Economy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Cena, Płaca (Min/Avg), Ilość Kopii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GG.Deals / Financial Stats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Google Shape;134;p17"/>
          <p:cNvSpPr/>
          <p:nvPr/>
        </p:nvSpPr>
        <p:spPr>
          <a:xfrm>
            <a:off x="571500" y="3538537"/>
            <a:ext cx="24119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983408" y="3538537"/>
            <a:ext cx="4608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7591573" y="3538537"/>
            <a:ext cx="4028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571500" y="4195762"/>
            <a:ext cx="24119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983408" y="4195762"/>
            <a:ext cx="4608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7591573" y="4195762"/>
            <a:ext cx="4028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571500" y="4852987"/>
            <a:ext cx="24119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983408" y="4852987"/>
            <a:ext cx="4608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7591573" y="4852987"/>
            <a:ext cx="4028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571500" y="5510212"/>
            <a:ext cx="24119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2983408" y="5510212"/>
            <a:ext cx="460816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591573" y="5510212"/>
            <a:ext cx="402892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Definicja Wymiarów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2662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52662"/>
            <a:ext cx="3492549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52662"/>
            <a:ext cx="3492549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94225" y="3367087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Slice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66775" y="37766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Możliwość filtrowania całej kostki danych po konkretnym tytule gry (np. "Cyberpunk 2077").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572524" y="3367087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Dice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645074" y="37766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Wycinanie podkostki danych dla porównania wybranych par krajów (np. Polska vs Niemcy).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350824" y="3367087"/>
            <a:ext cx="304709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Drill-Down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423374" y="37766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Przejście od ogólnego indeksu koszyka do szczegółowych danych historycznych i budżetowych.</a:t>
            </a:r>
            <a:endParaRPr/>
          </a:p>
        </p:txBody>
      </p:sp>
      <p:pic>
        <p:nvPicPr>
          <p:cNvPr id="162" name="Google Shape;16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1000" y="260508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605087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36174" y="260508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Funkcjonalności OLAP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24038"/>
            <a:ext cx="5286375" cy="168622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6334125" y="25574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Interpretacja Miary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334125" y="296703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Głównym wskaźnikiem efektywności (KPI) systemu jest liczba standardowych kopii gry możliwych do nabycia za miesięczne wynagrodzenie netto (W) przy danej cenie regionalnej (P).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34125" y="43767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Pozwala to na obiektywne porównanie rynków o skrajnie różnych poziomach cen i dochodów.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971550" y="3424088"/>
            <a:ext cx="4486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Wzór na Ilość Kopii: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43633" y="3814613"/>
            <a:ext cx="1142107" cy="49559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Kluczowa Miara: Siła Nabywcza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4905375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500" b="0" i="1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Wykres</a:t>
            </a:r>
            <a:r>
              <a:rPr lang="en-US" sz="1500" b="0" i="1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przedstawia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"Time-to-Game" –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liczbę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godzin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pracy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potrzebną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na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en-US" sz="1500" i="1" dirty="0" err="1">
                <a:solidFill>
                  <a:srgbClr val="334155"/>
                </a:solidFill>
                <a:latin typeface="DM Sans"/>
                <a:sym typeface="DM Sans"/>
              </a:rPr>
              <a:t>zakup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 </a:t>
            </a:r>
            <a:r>
              <a:rPr lang="pl-PL" sz="1500" i="1" dirty="0">
                <a:solidFill>
                  <a:srgbClr val="334155"/>
                </a:solidFill>
                <a:latin typeface="DM Sans"/>
                <a:sym typeface="DM Sans"/>
              </a:rPr>
              <a:t>5 popularnych gier AAA po cenach rynkowych</a:t>
            </a:r>
            <a:r>
              <a:rPr lang="pl-PL" sz="1500" i="1" dirty="0">
                <a:solidFill>
                  <a:srgbClr val="334155"/>
                </a:solidFill>
                <a:latin typeface="DM Sans"/>
              </a:rPr>
              <a:t>(GTA V, Wiedźmin 3, Cyberpunk 2077, RDR 2, BG3)</a:t>
            </a:r>
            <a:r>
              <a:rPr lang="en-US" sz="1500" i="1" dirty="0">
                <a:solidFill>
                  <a:srgbClr val="334155"/>
                </a:solidFill>
                <a:latin typeface="DM Sans"/>
                <a:sym typeface="DM Sans"/>
              </a:rPr>
              <a:t>.</a:t>
            </a:r>
            <a:endParaRPr sz="1500" i="1" dirty="0">
              <a:solidFill>
                <a:srgbClr val="334155"/>
              </a:solidFill>
              <a:latin typeface="DM San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Benchmarking Globalny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71500" y="5229225"/>
            <a:ext cx="11049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Analiza Time-Series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wykazuje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drastyczne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zmiany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sile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nabywczej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rynkach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rozwijających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się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okresie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pl-PL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2019-2024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inflacja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zmiany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polityki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Steam).</a:t>
            </a:r>
            <a:endParaRPr dirty="0"/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4975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Trendy Historyczne 2019-2024</a:t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5429250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Symulacja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wpływu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zakupu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gry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AAA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miesięczny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budżet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domowy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regionie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pl-PL" sz="1500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Polski przy minimalnej krajowej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05" name="Google Shape;205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Struktura Kosztów Życia</a:t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762000" y="571500"/>
            <a:ext cx="50006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Stack Technologiczny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 txBox="1"/>
          <p:nvPr/>
        </p:nvSpPr>
        <p:spPr>
          <a:xfrm>
            <a:off x="1047750" y="144780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Backend: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FastAPI (Python) - asynchroniczny silnik ETL.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1047750" y="229552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Baza Danych: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MongoDB - dokumentowa składnica faktów analitycznych.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047750" y="3143250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Frontend: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Vue 3 &amp; Vuetify - nowoczesny interfejs analityczny.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047750" y="3990975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Wizualizacja: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Chart.js - silnik renderujący kostki OLAP.</a:t>
            </a:r>
            <a:endParaRPr/>
          </a:p>
        </p:txBody>
      </p:sp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859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33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18135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290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/>
          <p:nvPr/>
        </p:nvSpPr>
        <p:spPr>
          <a:xfrm>
            <a:off x="5619750" y="2327969"/>
            <a:ext cx="952500" cy="5715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2665571" y="2385119"/>
            <a:ext cx="686085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Dziękujemy za uwagę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2828925" y="3337619"/>
            <a:ext cx="65341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Czy są jakieś pytania?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2828925" y="4301430"/>
            <a:ext cx="65341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350" b="0" i="0" u="none" strike="noStrike" cap="none" dirty="0" err="1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Price</a:t>
            </a:r>
            <a:r>
              <a:rPr lang="pl-PL" sz="135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Power Team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D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571500" y="298802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71500" y="39613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39613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365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1666875" y="313089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https://img.freepik.com/premium-vector/digital-big-data-server-online-technology-network-blue-background-vector-illustration-fantastic-technology-vector-illustration-fantastic-technology_252172-1621.jpg?semt=ais_incoming&amp;w=740&amp;q=80</a:t>
            </a:r>
            <a:endParaRPr/>
          </a:p>
        </p:txBody>
      </p:sp>
      <p:sp>
        <p:nvSpPr>
          <p:cNvPr id="242" name="Google Shape;242;p25"/>
          <p:cNvSpPr txBox="1"/>
          <p:nvPr/>
        </p:nvSpPr>
        <p:spPr>
          <a:xfrm>
            <a:off x="1666875" y="35747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www.freepik.com</a:t>
            </a:r>
            <a:endParaRPr/>
          </a:p>
        </p:txBody>
      </p:sp>
      <p:pic>
        <p:nvPicPr>
          <p:cNvPr id="243" name="Google Shape;24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203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 txBox="1"/>
          <p:nvPr/>
        </p:nvSpPr>
        <p:spPr>
          <a:xfrm>
            <a:off x="1666875" y="41137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https://dreamhomestore.co.uk/cdn/shop/articles/aesthetics-gaming-room_da1b52bb-8310-4d65-9a3a-e16f079df329.webp?v=1750774526&amp;width=1600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1666875" y="43594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dreamhomestore.co.uk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521</Words>
  <Application>Microsoft Office PowerPoint</Application>
  <PresentationFormat>Panoramiczny</PresentationFormat>
  <Paragraphs>72</Paragraphs>
  <Slides>13</Slides>
  <Notes>13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8" baseType="lpstr">
      <vt:lpstr>Merriweather</vt:lpstr>
      <vt:lpstr>Arial</vt:lpstr>
      <vt:lpstr>DM Sans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Wiktor Kozakowski</cp:lastModifiedBy>
  <cp:revision>4</cp:revision>
  <dcterms:modified xsi:type="dcterms:W3CDTF">2026-04-11T12:09:32Z</dcterms:modified>
</cp:coreProperties>
</file>